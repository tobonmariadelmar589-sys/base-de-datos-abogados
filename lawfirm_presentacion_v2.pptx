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JUSTICIA &amp; ASOCIADOS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Bufete de Abogados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0" y="2377440"/>
            <a:ext cx="40233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06040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606040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Legales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606040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y Citas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Tkinter  ·  SQLite  ·  openpyxl  ·  reportlab  ·  Pillow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LawFirm Management System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de escritorio que permita al bufete de abogados "Justicia &amp; Asociados" administrar de forma centralizada y eficiente sus clientes, abogados, casos legales y audiencias, integrando base de datos, exportación de reportes y validación automática de datos.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4 módulos diferenciados con Tkinter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app a una base de datos SQLite con stored procedures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validaciones estrictas en todos los formularios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 a Excel y PDF con filtros personalizados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imágenes de clientes y abogados con Pillow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2 temas visuales intercambiables (claro/oscuro)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buenas prácticas de código modular y reutilizable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PROBLEMÁTICA QUE RESUELVE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📂  Información dispersa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clientes, casos y abogados en hojas de cálculo desconectadas y archivos físicos sin organización.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 Pérdida de tiempo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manual de expedientes consume horas que podrían dedicarse a la práctica legal.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9572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Errores en fechas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y plazos procesales omitidos por falta de un sistema centralizado de agenda y alertas.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3957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39572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Sin control de casos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2807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conocer el estado actual de los casos ni el historial completo de actuaciones por cliente.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94176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Reportes inexistentes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1056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generar informes de gestión en Excel o PDF para presentar a socios o clientes.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69417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694176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 Sin respaldo digital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83480" y="41056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no tiene copia de seguridad digital estructurada, lo que representa un riesgo operativo.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UTILIZADAS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1737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1247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principal. Funciones, estructuras de control y programación orientada a objetos.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55064"/>
            <a:ext cx="1737360" cy="502920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550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Tkinter + ttk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170078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de usuario. Notebook, Combobox, Treeview, Scrollbar, DateEntry.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31136"/>
            <a:ext cx="173736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311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2768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local. Stored procedures, VIEWs y TRIGGERs integrados.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0720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07208"/>
            <a:ext cx="173736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07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tkcalendar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28529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fechas con calendario flotante para todos los campos de tipo fecha.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83280"/>
            <a:ext cx="17373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openpyxl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3429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con estilos profesionales, encabezados, colores y anchos automáticos.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59352"/>
            <a:ext cx="17373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59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4005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PDF con formato institucional, tablas estilizadas y pie de página.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3542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535424"/>
            <a:ext cx="173736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354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Pillow (PIL)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458114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redimensionamiento y almacenamiento de fotos en formato PNG dentro de la base de datos.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4 MÓDULOS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Código, Tipo, Nombre/Razón Social, Documento/RUC, Dirección, Teléfono, Correo (validado), Fecha Primer Contacto, Referido, Clasificación, Foto (Pillow)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594360" cy="1828800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ABOGADOS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60020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N° Colegiatura, Nombres, Apellidos, Especialidad, Años Experiencia, Formación, Idiomas, Tarifa/Hora, Disponibilidad, Foto (Pillow)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90672"/>
            <a:ext cx="594360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90672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LEGALES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593592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N° Caso, Título, Tipo, Rama del Derecho, Fecha Apertura, Cliente, Contraparte, Juzgado, N° Expediente, Abogado Principal, Estado, Fecha Conclusión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90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90672"/>
            <a:ext cx="594360" cy="1828800"/>
          </a:xfrm>
          <a:prstGeom prst="rect">
            <a:avLst/>
          </a:prstGeom>
          <a:solidFill>
            <a:srgbClr val="8B4A4A"/>
          </a:solidFill>
          <a:ln w="12700">
            <a:solidFill>
              <a:srgbClr val="8B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90672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182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AUDIENCIAS Y CITAS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593592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Código, Tipo, Caso Relacionado, Fecha/Hora (calendario), Duración, Lugar, Participantes Internos/Externos, Propósito, Resultado Esperado y Real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INTERFAZ (Tkinter)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(4 pestañas)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con Labels + Entry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DateEntry (tkcalendar)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Combobox con valores fijos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Treeview (listado de datos)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Guardar/Actualizar/Eliminar/Limpiar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 / PDF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imagen (Pillow)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Claro / Oscuro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9232" y="2788920"/>
            <a:ext cx="411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↔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1097280"/>
            <a:ext cx="2560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LÓGICA (Python)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1691640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(email, numérico, longitud)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(sp_insert/update/delete/get)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Excel (openpyxl)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PDF (reportlab)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imágenes (Pillow)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visuales (Claro/Oscuro)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fecha/categoría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 antes de eliminar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↔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0" y="1097280"/>
            <a:ext cx="22860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097280"/>
            <a:ext cx="228600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(SQLite)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clientes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abogados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casos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audiencias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v_casos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v_audiencias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trg_delete_caso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trg_delete_cliente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log_eliminados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CLAVE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 CRUD completo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Guardar, Actualizar, Eliminar y Limpiar en los 4 módulos con stored procedures SQLite.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64008" cy="841248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Validaciones en tiempo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numéricos bloquean letras al escribir. Email validado con regex. Longitud mínima/máxima.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8483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84832"/>
            <a:ext cx="64008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Exportación Excel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323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estilizado con encabezado del bufete, filas alternas, bordes y filtros aplicados.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08483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084832"/>
            <a:ext cx="6400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 Exportación PDF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4323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profesional con logo, fecha, filtros y tabla institucional en colores navy+gold.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7238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72384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18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 Gestión de imágenes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198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clientes y abogados: validación de formato/tamaño, redimensionamiento con Pillow.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07238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072384"/>
            <a:ext cx="64008" cy="8412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18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Filtros de exportación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4198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por rango de fechas, tipo, estado, especialidad o clasificación en cada módulo.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5993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059936"/>
            <a:ext cx="64008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Calendario flotante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40740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campos de fecha usan DateEntry de tkcalendar con selector visual interactivo.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405993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4059936"/>
            <a:ext cx="64008" cy="841248"/>
          </a:xfrm>
          <a:prstGeom prst="rect">
            <a:avLst/>
          </a:prstGeom>
          <a:solidFill>
            <a:srgbClr val="8B4A4A"/>
          </a:solidFill>
          <a:ln w="12700">
            <a:solidFill>
              <a:srgbClr val="8B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105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Temas Claro / Oscuro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440740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tema en tiempo real desde el menú. Todos los widgets actualizan sus colores.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APRENDIZAJES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modular: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23160" y="10698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bien organizado es más fácil de mantener que múltiples módulos mal conectados.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datos integrada: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23160" y="18013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stored procedures como funciones Python garantizan consultas seguras y reutilizables en toda la app.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2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Validaciones de calidad: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25328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tiempo real (bloquear letras en campos numéricos) evita errores antes de que lleguen a la DB.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54680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Exportación profesional: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23160" y="32644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Excel y PDF con filtros le da al sistema un valor real en un entorno empresarial.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86200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959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Experiencia de usuario: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23160" y="39959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temas Claro/Oscuro, el calendario flotante y las fotos hacen la interfaz moderna y agradable de usar.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Justicia &amp; Asociados  |  Python + Tkinter + SQLite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Justicia &amp; Asociados - LawFirm Management</dc:title>
  <dc:subject>PptxGenJS Presentation</dc:subject>
  <dc:creator>PptxGenJS</dc:creator>
  <cp:lastModifiedBy>PptxGenJS</cp:lastModifiedBy>
  <cp:revision>1</cp:revision>
  <dcterms:created xsi:type="dcterms:W3CDTF">2026-04-01T23:54:13Z</dcterms:created>
  <dcterms:modified xsi:type="dcterms:W3CDTF">2026-04-01T23:54:13Z</dcterms:modified>
</cp:coreProperties>
</file>